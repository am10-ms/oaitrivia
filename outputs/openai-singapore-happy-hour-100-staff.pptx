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bbb8a47ef4028" /><Relationship Type="http://schemas.openxmlformats.org/officeDocument/2006/relationships/extended-properties" Target="/docProps/app.xml" Id="Re75999128f2a410e" /><Relationship Type="http://schemas.openxmlformats.org/officeDocument/2006/relationships/officeDocument" Target="/ppt/presentation.xml" Id="R84f5b8fc00e5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11a4799e347f1"/>
  </p:sldMasterIdLst>
  <p:notesMasterIdLst>
    <p:notesMasterId xmlns:r="http://schemas.openxmlformats.org/officeDocument/2006/relationships" r:id="R414a7d2723c14260"/>
  </p:notesMasterIdLst>
  <p:sldIdLst>
    <p:sldId xmlns:r="http://schemas.openxmlformats.org/officeDocument/2006/relationships" id="256" r:id="R6a7edb6a7ea246db"/>
    <p:sldId xmlns:r="http://schemas.openxmlformats.org/officeDocument/2006/relationships" id="257" r:id="R622dc1f6663b4c66"/>
    <p:sldId xmlns:r="http://schemas.openxmlformats.org/officeDocument/2006/relationships" id="258" r:id="Rceed538d1b164593"/>
    <p:sldId xmlns:r="http://schemas.openxmlformats.org/officeDocument/2006/relationships" id="259" r:id="R06daa67e23fc443a"/>
    <p:sldId xmlns:r="http://schemas.openxmlformats.org/officeDocument/2006/relationships" id="260" r:id="R53ae9a202db14a29"/>
    <p:sldId xmlns:r="http://schemas.openxmlformats.org/officeDocument/2006/relationships" id="261" r:id="Rae8656eda91043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827665516e46b1" /><Relationship Type="http://schemas.openxmlformats.org/officeDocument/2006/relationships/slideMaster" Target="/ppt/slideMasters/slideMaster1.xml" Id="R89711a4799e347f1" /><Relationship Type="http://schemas.openxmlformats.org/officeDocument/2006/relationships/notesMaster" Target="/ppt/notesMasters/notesMaster1.xml" Id="R414a7d2723c14260" /><Relationship Type="http://schemas.openxmlformats.org/officeDocument/2006/relationships/presProps" Target="/ppt/presProps.xml" Id="R5fe3c0edcae2459c" /><Relationship Type="http://schemas.openxmlformats.org/officeDocument/2006/relationships/tableStyles" Target="/ppt/tableStyles.xml" Id="R86c685bda0f0445e" /><Relationship Type="http://schemas.openxmlformats.org/officeDocument/2006/relationships/slide" Target="/ppt/slides/slide1.xml" Id="R6a7edb6a7ea246db" /><Relationship Type="http://schemas.openxmlformats.org/officeDocument/2006/relationships/slide" Target="/ppt/slides/slide2.xml" Id="R622dc1f6663b4c66" /><Relationship Type="http://schemas.openxmlformats.org/officeDocument/2006/relationships/slide" Target="/ppt/slides/slide3.xml" Id="Rceed538d1b164593" /><Relationship Type="http://schemas.openxmlformats.org/officeDocument/2006/relationships/slide" Target="/ppt/slides/slide4.xml" Id="R06daa67e23fc443a" /><Relationship Type="http://schemas.openxmlformats.org/officeDocument/2006/relationships/slide" Target="/ppt/slides/slide5.xml" Id="R53ae9a202db14a29" /><Relationship Type="http://schemas.openxmlformats.org/officeDocument/2006/relationships/slide" Target="/ppt/slides/slide6.xml" Id="Rae8656eda910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492f24f65f42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ba726c22584f23" /><Relationship Type="http://schemas.openxmlformats.org/officeDocument/2006/relationships/notesMaster" Target="/ppt/notesMasters/notesMaster1.xml" Id="Rab807e6cc6564e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028fbc1534bff" /><Relationship Type="http://schemas.openxmlformats.org/officeDocument/2006/relationships/notesMaster" Target="/ppt/notesMasters/notesMaster1.xml" Id="R095ddb196d60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c40a34abe74f9d" /><Relationship Type="http://schemas.openxmlformats.org/officeDocument/2006/relationships/notesMaster" Target="/ppt/notesMasters/notesMaster1.xml" Id="R70ac918841904c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5b7af83fe4c7b" /><Relationship Type="http://schemas.openxmlformats.org/officeDocument/2006/relationships/notesMaster" Target="/ppt/notesMasters/notesMaster1.xml" Id="Reb66e391b9ed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530e8b423a4236" /><Relationship Type="http://schemas.openxmlformats.org/officeDocument/2006/relationships/notesMaster" Target="/ppt/notesMasters/notesMaster1.xml" Id="R5298058c5c3d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4c0864748b4709" /><Relationship Type="http://schemas.openxmlformats.org/officeDocument/2006/relationships/notesMaster" Target="/ppt/notesMasters/notesMaster1.xml" Id="Rd89b68751653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af3aade7949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2b3ff2a56b43b6" /><Relationship Type="http://schemas.openxmlformats.org/officeDocument/2006/relationships/slideLayout" Target="/ppt/slideLayouts/slideLayout1.xml" Id="R1e033010a27a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33010a27a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5b394affb45c7" /><Relationship Type="http://schemas.openxmlformats.org/officeDocument/2006/relationships/notesSlide" Target="/ppt/notesSlides/notesSlide1.xml" Id="Rd0de6661bca642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67b5d2c494b83" /><Relationship Type="http://schemas.openxmlformats.org/officeDocument/2006/relationships/notesSlide" Target="/ppt/notesSlides/notesSlide2.xml" Id="Rc8c71519b01942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959b1389e493f" /><Relationship Type="http://schemas.openxmlformats.org/officeDocument/2006/relationships/notesSlide" Target="/ppt/notesSlides/notesSlide3.xml" Id="R8e6592d1f1f34d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a56bf494d4d4f" /><Relationship Type="http://schemas.openxmlformats.org/officeDocument/2006/relationships/image" Target="/ppt/media/image.png" Id="Rbff7a992661d4882" /><Relationship Type="http://schemas.openxmlformats.org/officeDocument/2006/relationships/notesSlide" Target="/ppt/notesSlides/notesSlide4.xml" Id="Rc2202558eb0a48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ca1c2ba84b58" /><Relationship Type="http://schemas.openxmlformats.org/officeDocument/2006/relationships/notesSlide" Target="/ppt/notesSlides/notesSlide5.xml" Id="R0f3bdcbe587945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320e99ae7423a" /><Relationship Type="http://schemas.openxmlformats.org/officeDocument/2006/relationships/notesSlide" Target="/ppt/notesSlides/notesSlide6.xml" Id="Rc7147c7b32a3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8A88B-130D-43FE-B1F4-153AF09A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D38A-1EC1-4D00-A200-026BA7D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E399F-2464-4284-8B66-71FB2AAB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8E1C4-BAB2-4EA7-AD4B-1D9BE5F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9D5F6-108E-46AF-97ED-9A01916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F2CA1-C9B8-438D-AB44-A9656CB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5D81F-69D8-47D0-89B5-6BFDD6F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D5E4C-39C3-4073-8780-FD55A54E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F4D1F-7A62-4BA1-A942-9D8F9473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75E2F-F566-477B-B918-8CED16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5A644-B2EA-4EED-9245-4328885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AB301-E4F7-4C95-800C-53D78A4C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57862-EEDB-4EA0-ABB7-DA47208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B7DF0-3A72-4DC7-B906-084783D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A7616-159B-4DBC-AA5C-1F7BBED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B929D-2B1C-4F00-AA98-49297CA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B3E32-5111-432A-83BD-AC6DD93D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71B41-3EE6-4B77-A956-5D9CE00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6D312-7504-4F7C-B90D-F73FA2D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FED9B-4D82-4650-B5BD-959F69AE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9031A-95CB-4E98-A2D7-3E6A7318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99543-2D84-4081-8347-DE7D0DF2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29756-E7E8-4A6F-881A-40F77ED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1-0">
            <a:extLst xmlns:a="http://schemas.openxmlformats.org/drawingml/2006/main">
              <a:ext uri="{FF2B5EF4-FFF2-40B4-BE49-F238E27FC236}">
                <a16:creationId xmlns:a16="http://schemas.microsoft.com/office/drawing/2014/main" id="{2764ABF8-BB3C-407E-B8BC-7093BF5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1-1">
            <a:extLst xmlns:a="http://schemas.openxmlformats.org/drawingml/2006/main">
              <a:ext uri="{FF2B5EF4-FFF2-40B4-BE49-F238E27FC236}">
                <a16:creationId xmlns:a16="http://schemas.microsoft.com/office/drawing/2014/main" id="{1CDC16B0-DE75-4CFB-98C9-9DBB983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1-2">
            <a:extLst xmlns:a="http://schemas.openxmlformats.org/drawingml/2006/main">
              <a:ext uri="{FF2B5EF4-FFF2-40B4-BE49-F238E27FC236}">
                <a16:creationId xmlns:a16="http://schemas.microsoft.com/office/drawing/2014/main" id="{FAB8CD3F-5171-4272-BC68-F99DD0D8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1-3">
            <a:extLst xmlns:a="http://schemas.openxmlformats.org/drawingml/2006/main">
              <a:ext uri="{FF2B5EF4-FFF2-40B4-BE49-F238E27FC236}">
                <a16:creationId xmlns:a16="http://schemas.microsoft.com/office/drawing/2014/main" id="{C7DFE22A-C626-4F8D-BB55-43499EB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1-4">
            <a:extLst xmlns:a="http://schemas.openxmlformats.org/drawingml/2006/main">
              <a:ext uri="{FF2B5EF4-FFF2-40B4-BE49-F238E27FC236}">
                <a16:creationId xmlns:a16="http://schemas.microsoft.com/office/drawing/2014/main" id="{19759822-F43F-47D1-96C0-D491A40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1-5">
            <a:extLst xmlns:a="http://schemas.openxmlformats.org/drawingml/2006/main">
              <a:ext uri="{FF2B5EF4-FFF2-40B4-BE49-F238E27FC236}">
                <a16:creationId xmlns:a16="http://schemas.microsoft.com/office/drawing/2014/main" id="{46270CCF-6101-4347-9589-5F4A903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1-6">
            <a:extLst xmlns:a="http://schemas.openxmlformats.org/drawingml/2006/main">
              <a:ext uri="{FF2B5EF4-FFF2-40B4-BE49-F238E27FC236}">
                <a16:creationId xmlns:a16="http://schemas.microsoft.com/office/drawing/2014/main" id="{06715131-C84F-4410-AB73-A76923EA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1-7">
            <a:extLst xmlns:a="http://schemas.openxmlformats.org/drawingml/2006/main">
              <a:ext uri="{FF2B5EF4-FFF2-40B4-BE49-F238E27FC236}">
                <a16:creationId xmlns:a16="http://schemas.microsoft.com/office/drawing/2014/main" id="{9C933EDC-EF91-4ECA-BEF9-C2C62180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1-8">
            <a:extLst xmlns:a="http://schemas.openxmlformats.org/drawingml/2006/main">
              <a:ext uri="{FF2B5EF4-FFF2-40B4-BE49-F238E27FC236}">
                <a16:creationId xmlns:a16="http://schemas.microsoft.com/office/drawing/2014/main" id="{CC78E521-2D77-4D71-ADFA-17FE025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1-1">
            <a:extLst xmlns:a="http://schemas.openxmlformats.org/drawingml/2006/main">
              <a:ext uri="{FF2B5EF4-FFF2-40B4-BE49-F238E27FC236}">
                <a16:creationId xmlns:a16="http://schemas.microsoft.com/office/drawing/2014/main" id="{08E73F7E-A08E-4915-978F-59816016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1-2">
            <a:extLst xmlns:a="http://schemas.openxmlformats.org/drawingml/2006/main">
              <a:ext uri="{FF2B5EF4-FFF2-40B4-BE49-F238E27FC236}">
                <a16:creationId xmlns:a16="http://schemas.microsoft.com/office/drawing/2014/main" id="{D941559C-6EFE-4067-A570-B22FD0C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1ABB843-2E10-43E4-BA67-2A202EE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1">
            <a:extLst xmlns:a="http://schemas.openxmlformats.org/drawingml/2006/main">
              <a:ext uri="{FF2B5EF4-FFF2-40B4-BE49-F238E27FC236}">
                <a16:creationId xmlns:a16="http://schemas.microsoft.com/office/drawing/2014/main" id="{E08A0180-378E-4868-8726-C5C25842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1">
            <a:extLst xmlns:a="http://schemas.openxmlformats.org/drawingml/2006/main">
              <a:ext uri="{FF2B5EF4-FFF2-40B4-BE49-F238E27FC236}">
                <a16:creationId xmlns:a16="http://schemas.microsoft.com/office/drawing/2014/main" id="{BD2E8BB8-6C7F-4B06-A43A-3DF33BB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339312D-3EE7-4C77-A0F3-FC6ABACE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SINGAPORE HAPPY HOUR</a:t>
            </a:r>
          </a:p>
        </p:txBody>
      </p:sp>
      <p:sp>
        <p:nvSpPr>
          <p:cNvPr id="3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4037A23-4322-4A32-A79C-DC8639B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Celebrating 100 Staff</a:t>
            </a:r>
          </a:p>
        </p:txBody>
      </p:sp>
      <p:sp>
        <p:nvSpPr>
          <p:cNvPr id="40" name="cover-meta">
            <a:extLst xmlns:a="http://schemas.openxmlformats.org/drawingml/2006/main">
              <a:ext uri="{FF2B5EF4-FFF2-40B4-BE49-F238E27FC236}">
                <a16:creationId xmlns:a16="http://schemas.microsoft.com/office/drawing/2014/main" id="{0CDB6D36-2EB1-4B31-ACA9-0699A70F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Tuesday, 23 June 2026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Marina Bay</a:t>
            </a:r>
          </a:p>
        </p:txBody>
      </p:sp>
      <p:sp>
        <p:nvSpPr>
          <p:cNvPr id="41" name="cover-orbit-coral">
            <a:extLst xmlns:a="http://schemas.openxmlformats.org/drawingml/2006/main">
              <a:ext uri="{FF2B5EF4-FFF2-40B4-BE49-F238E27FC236}">
                <a16:creationId xmlns:a16="http://schemas.microsoft.com/office/drawing/2014/main" id="{512D2A46-DFCC-4A46-A098-EDA2C8B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33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ver-orbit-sky">
            <a:extLst xmlns:a="http://schemas.openxmlformats.org/drawingml/2006/main">
              <a:ext uri="{FF2B5EF4-FFF2-40B4-BE49-F238E27FC236}">
                <a16:creationId xmlns:a16="http://schemas.microsoft.com/office/drawing/2014/main" id="{2CBC22FF-DECC-4BEA-93AB-CE854F5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ver-orbit-gold">
            <a:extLst xmlns:a="http://schemas.openxmlformats.org/drawingml/2006/main">
              <a:ext uri="{FF2B5EF4-FFF2-40B4-BE49-F238E27FC236}">
                <a16:creationId xmlns:a16="http://schemas.microsoft.com/office/drawing/2014/main" id="{ACFA8E6F-FA82-462F-9C33-35D91F11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ver-mark">
            <a:extLst xmlns:a="http://schemas.openxmlformats.org/drawingml/2006/main">
              <a:ext uri="{FF2B5EF4-FFF2-40B4-BE49-F238E27FC236}">
                <a16:creationId xmlns:a16="http://schemas.microsoft.com/office/drawing/2014/main" id="{DCE0BB4C-245F-4F05-A1CD-E251AB8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915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cover-100">
            <a:extLst xmlns:a="http://schemas.openxmlformats.org/drawingml/2006/main">
              <a:ext uri="{FF2B5EF4-FFF2-40B4-BE49-F238E27FC236}">
                <a16:creationId xmlns:a16="http://schemas.microsoft.com/office/drawing/2014/main" id="{D95AA225-4F48-429A-842C-D4EBACC3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47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9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99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46" name="cover-milestone">
            <a:extLst xmlns:a="http://schemas.openxmlformats.org/drawingml/2006/main">
              <a:ext uri="{FF2B5EF4-FFF2-40B4-BE49-F238E27FC236}">
                <a16:creationId xmlns:a16="http://schemas.microsoft.com/office/drawing/2014/main" id="{70AF6433-3142-478B-AAAC-B6694A32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A Singapore team milestone worth pausing for.</a:t>
            </a:r>
          </a:p>
        </p:txBody>
      </p:sp>
      <p:sp>
        <p:nvSpPr>
          <p:cNvPr id="47" name="cover-note">
            <a:extLst xmlns:a="http://schemas.openxmlformats.org/drawingml/2006/main">
              <a:ext uri="{FF2B5EF4-FFF2-40B4-BE49-F238E27FC236}">
                <a16:creationId xmlns:a16="http://schemas.microsoft.com/office/drawing/2014/main" id="{C26257DB-D5B1-4610-B312-0D726FC1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Food, trivia, prizes, jerseys, and a proper toast to the team.</a:t>
            </a:r>
          </a:p>
        </p:txBody>
      </p:sp>
      <p:sp>
        <p:nvSpPr>
          <p:cNvPr id="4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31EA349-557A-4212-A04B-22BDF8E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953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6982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A9B59-3FCB-449C-A686-11E7A30E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7C07-D745-4521-BCD9-5FB7C9B6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C45B4-D573-43FE-9AB9-C4503F02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DD1A3-CF61-4800-98AB-0AC07F9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9CC6-04A3-4ED6-8140-2669B262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04BF6-0E42-44CD-AE9B-BC3FE70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F08F1-5D48-4CE4-9CA9-4CE7810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A93F6-7C00-4B5E-857C-FF8517A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746CB-1A61-4703-AC9F-3EEFB748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5C08F-6EF5-4384-B39C-AAEDFE1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479EC-1146-4926-AC94-06CA968D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F0337-A0A0-4A9C-A97B-343F89C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9AC2F-12CB-4708-998F-79EC498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CB2BF-79ED-488E-852D-A8DD0BEF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D366E-04E1-4728-9A32-8D622BD6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8E046-632C-466B-854A-8BDB854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AF529-BCBF-42BF-B5D6-322C6608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948D1-0123-4DC1-99FB-A8F553CA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58309-AED4-4A64-8CDD-758F104A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A6C52-7FA8-405B-BEA7-9F3C59C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94AA1-F0E5-4B0A-AE04-5AEF5A0F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CCE7B-30E2-4C29-B053-A23E994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9AF62-1422-4EC6-86BF-CC87456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2-0">
            <a:extLst xmlns:a="http://schemas.openxmlformats.org/drawingml/2006/main">
              <a:ext uri="{FF2B5EF4-FFF2-40B4-BE49-F238E27FC236}">
                <a16:creationId xmlns:a16="http://schemas.microsoft.com/office/drawing/2014/main" id="{FB310872-7438-49D0-9FE8-4F9A2630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2-1">
            <a:extLst xmlns:a="http://schemas.openxmlformats.org/drawingml/2006/main">
              <a:ext uri="{FF2B5EF4-FFF2-40B4-BE49-F238E27FC236}">
                <a16:creationId xmlns:a16="http://schemas.microsoft.com/office/drawing/2014/main" id="{488935F9-604F-4477-ABF4-66CCA59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2-2">
            <a:extLst xmlns:a="http://schemas.openxmlformats.org/drawingml/2006/main">
              <a:ext uri="{FF2B5EF4-FFF2-40B4-BE49-F238E27FC236}">
                <a16:creationId xmlns:a16="http://schemas.microsoft.com/office/drawing/2014/main" id="{A6121301-9795-4FF0-8B2F-541A2650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2-3">
            <a:extLst xmlns:a="http://schemas.openxmlformats.org/drawingml/2006/main">
              <a:ext uri="{FF2B5EF4-FFF2-40B4-BE49-F238E27FC236}">
                <a16:creationId xmlns:a16="http://schemas.microsoft.com/office/drawing/2014/main" id="{039F3943-8770-45D4-B37A-168F3C7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2-4">
            <a:extLst xmlns:a="http://schemas.openxmlformats.org/drawingml/2006/main">
              <a:ext uri="{FF2B5EF4-FFF2-40B4-BE49-F238E27FC236}">
                <a16:creationId xmlns:a16="http://schemas.microsoft.com/office/drawing/2014/main" id="{30BEEF50-1806-4195-B00F-A9F49406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2-5">
            <a:extLst xmlns:a="http://schemas.openxmlformats.org/drawingml/2006/main">
              <a:ext uri="{FF2B5EF4-FFF2-40B4-BE49-F238E27FC236}">
                <a16:creationId xmlns:a16="http://schemas.microsoft.com/office/drawing/2014/main" id="{63E60111-077F-4692-B27A-11131CF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2-6">
            <a:extLst xmlns:a="http://schemas.openxmlformats.org/drawingml/2006/main">
              <a:ext uri="{FF2B5EF4-FFF2-40B4-BE49-F238E27FC236}">
                <a16:creationId xmlns:a16="http://schemas.microsoft.com/office/drawing/2014/main" id="{D63F95FB-E9A8-4BAD-82AB-B0C6633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2-7">
            <a:extLst xmlns:a="http://schemas.openxmlformats.org/drawingml/2006/main">
              <a:ext uri="{FF2B5EF4-FFF2-40B4-BE49-F238E27FC236}">
                <a16:creationId xmlns:a16="http://schemas.microsoft.com/office/drawing/2014/main" id="{4924FF0E-FC7C-4E5B-B73C-62BD7D56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2-8">
            <a:extLst xmlns:a="http://schemas.openxmlformats.org/drawingml/2006/main">
              <a:ext uri="{FF2B5EF4-FFF2-40B4-BE49-F238E27FC236}">
                <a16:creationId xmlns:a16="http://schemas.microsoft.com/office/drawing/2014/main" id="{0A49B25C-964D-4BC1-8D44-F1E64B7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2-1">
            <a:extLst xmlns:a="http://schemas.openxmlformats.org/drawingml/2006/main">
              <a:ext uri="{FF2B5EF4-FFF2-40B4-BE49-F238E27FC236}">
                <a16:creationId xmlns:a16="http://schemas.microsoft.com/office/drawing/2014/main" id="{B83B1693-96B3-49D0-848F-1FB5271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2-2">
            <a:extLst xmlns:a="http://schemas.openxmlformats.org/drawingml/2006/main">
              <a:ext uri="{FF2B5EF4-FFF2-40B4-BE49-F238E27FC236}">
                <a16:creationId xmlns:a16="http://schemas.microsoft.com/office/drawing/2014/main" id="{C4A8B897-E8AB-4C90-B073-5BEE986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C03F8FA-9A84-411E-8C90-C6BED43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2">
            <a:extLst xmlns:a="http://schemas.openxmlformats.org/drawingml/2006/main">
              <a:ext uri="{FF2B5EF4-FFF2-40B4-BE49-F238E27FC236}">
                <a16:creationId xmlns:a16="http://schemas.microsoft.com/office/drawing/2014/main" id="{7942FD65-D68E-4881-B1FE-A807470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2">
            <a:extLst xmlns:a="http://schemas.openxmlformats.org/drawingml/2006/main">
              <a:ext uri="{FF2B5EF4-FFF2-40B4-BE49-F238E27FC236}">
                <a16:creationId xmlns:a16="http://schemas.microsoft.com/office/drawing/2014/main" id="{383D403C-83B8-4B02-AE3A-129BD667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8" name="eyebrow-pill-Proposed agenda">
            <a:extLst xmlns:a="http://schemas.openxmlformats.org/drawingml/2006/main">
              <a:ext uri="{FF2B5EF4-FFF2-40B4-BE49-F238E27FC236}">
                <a16:creationId xmlns:a16="http://schemas.microsoft.com/office/drawing/2014/main" id="{E3121A58-7EAE-497B-9FA8-4E1E7D9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1F281CA5-C766-4D41-B717-D44CA167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PROPOSED AGENDA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E3F1351A-0683-4DD6-A65E-88E72BD4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42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The evening at a glance</a:t>
            </a:r>
          </a:p>
        </p:txBody>
      </p:sp>
      <p:sp>
        <p:nvSpPr>
          <p:cNvPr id="41" name="card-4:30">
            <a:extLst xmlns:a="http://schemas.openxmlformats.org/drawingml/2006/main">
              <a:ext uri="{FF2B5EF4-FFF2-40B4-BE49-F238E27FC236}">
                <a16:creationId xmlns:a16="http://schemas.microsoft.com/office/drawing/2014/main" id="{8DE1D0D5-1926-4D5B-B5EB-C14AB4B0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card-bar-4:30">
            <a:extLst xmlns:a="http://schemas.openxmlformats.org/drawingml/2006/main">
              <a:ext uri="{FF2B5EF4-FFF2-40B4-BE49-F238E27FC236}">
                <a16:creationId xmlns:a16="http://schemas.microsoft.com/office/drawing/2014/main" id="{F3ED5ADF-0825-48E1-8EED-3445E588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ime-4:30">
            <a:extLst xmlns:a="http://schemas.openxmlformats.org/drawingml/2006/main">
              <a:ext uri="{FF2B5EF4-FFF2-40B4-BE49-F238E27FC236}">
                <a16:creationId xmlns:a16="http://schemas.microsoft.com/office/drawing/2014/main" id="{2DF34A27-B267-469C-9B4C-56658A1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4:30</a:t>
            </a:r>
          </a:p>
        </p:txBody>
      </p:sp>
      <p:sp>
        <p:nvSpPr>
          <p:cNvPr id="44" name="label-4:30">
            <a:extLst xmlns:a="http://schemas.openxmlformats.org/drawingml/2006/main">
              <a:ext uri="{FF2B5EF4-FFF2-40B4-BE49-F238E27FC236}">
                <a16:creationId xmlns:a16="http://schemas.microsoft.com/office/drawing/2014/main" id="{A2A3979C-E457-4709-A33B-FE030FE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Food arrival</a:t>
            </a:r>
          </a:p>
        </p:txBody>
      </p:sp>
      <p:sp>
        <p:nvSpPr>
          <p:cNvPr id="45" name="detail-4:30">
            <a:extLst xmlns:a="http://schemas.openxmlformats.org/drawingml/2006/main">
              <a:ext uri="{FF2B5EF4-FFF2-40B4-BE49-F238E27FC236}">
                <a16:creationId xmlns:a16="http://schemas.microsoft.com/office/drawing/2014/main" id="{C6A171A5-F903-4753-B47B-2DE9A3D0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Catering arrives on-site; allow 15 minutes for setup.</a:t>
            </a:r>
          </a:p>
        </p:txBody>
      </p:sp>
      <p:sp>
        <p:nvSpPr>
          <p:cNvPr id="46" name="card-4:45">
            <a:extLst xmlns:a="http://schemas.openxmlformats.org/drawingml/2006/main">
              <a:ext uri="{FF2B5EF4-FFF2-40B4-BE49-F238E27FC236}">
                <a16:creationId xmlns:a16="http://schemas.microsoft.com/office/drawing/2014/main" id="{F36F0D10-9A5A-4A31-8442-FD986C48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card-bar-4:45">
            <a:extLst xmlns:a="http://schemas.openxmlformats.org/drawingml/2006/main">
              <a:ext uri="{FF2B5EF4-FFF2-40B4-BE49-F238E27FC236}">
                <a16:creationId xmlns:a16="http://schemas.microsoft.com/office/drawing/2014/main" id="{AAC65068-FA0F-4525-8A30-A6A27E63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ime-4:45">
            <a:extLst xmlns:a="http://schemas.openxmlformats.org/drawingml/2006/main">
              <a:ext uri="{FF2B5EF4-FFF2-40B4-BE49-F238E27FC236}">
                <a16:creationId xmlns:a16="http://schemas.microsoft.com/office/drawing/2014/main" id="{7B3262AB-4B2C-4B9A-A0DE-2A299645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4:45</a:t>
            </a:r>
          </a:p>
        </p:txBody>
      </p:sp>
      <p:sp>
        <p:nvSpPr>
          <p:cNvPr id="49" name="label-4:45">
            <a:extLst xmlns:a="http://schemas.openxmlformats.org/drawingml/2006/main">
              <a:ext uri="{FF2B5EF4-FFF2-40B4-BE49-F238E27FC236}">
                <a16:creationId xmlns:a16="http://schemas.microsoft.com/office/drawing/2014/main" id="{85881F91-E838-4CC1-AAA3-5ABC9BA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Guests arrive</a:t>
            </a:r>
          </a:p>
        </p:txBody>
      </p:sp>
      <p:sp>
        <p:nvSpPr>
          <p:cNvPr id="50" name="detail-4:45">
            <a:extLst xmlns:a="http://schemas.openxmlformats.org/drawingml/2006/main">
              <a:ext uri="{FF2B5EF4-FFF2-40B4-BE49-F238E27FC236}">
                <a16:creationId xmlns:a16="http://schemas.microsoft.com/office/drawing/2014/main" id="{F09B47DB-D3F0-47D9-B83D-E63D218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Food, trivia, and jersey area ready for the team.</a:t>
            </a:r>
          </a:p>
        </p:txBody>
      </p:sp>
      <p:sp>
        <p:nvSpPr>
          <p:cNvPr id="51" name="card-5:00">
            <a:extLst xmlns:a="http://schemas.openxmlformats.org/drawingml/2006/main">
              <a:ext uri="{FF2B5EF4-FFF2-40B4-BE49-F238E27FC236}">
                <a16:creationId xmlns:a16="http://schemas.microsoft.com/office/drawing/2014/main" id="{ACF2D074-E33E-4E21-94EF-20C75E1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2" name="card-bar-5:00">
            <a:extLst xmlns:a="http://schemas.openxmlformats.org/drawingml/2006/main">
              <a:ext uri="{FF2B5EF4-FFF2-40B4-BE49-F238E27FC236}">
                <a16:creationId xmlns:a16="http://schemas.microsoft.com/office/drawing/2014/main" id="{49A94F82-83C3-4A0D-9267-32FAE065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24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ime-5:00">
            <a:extLst xmlns:a="http://schemas.openxmlformats.org/drawingml/2006/main">
              <a:ext uri="{FF2B5EF4-FFF2-40B4-BE49-F238E27FC236}">
                <a16:creationId xmlns:a16="http://schemas.microsoft.com/office/drawing/2014/main" id="{26A7C8A7-15FC-4012-9596-8702C41A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5:00</a:t>
            </a:r>
          </a:p>
        </p:txBody>
      </p:sp>
      <p:sp>
        <p:nvSpPr>
          <p:cNvPr id="54" name="label-5:00">
            <a:extLst xmlns:a="http://schemas.openxmlformats.org/drawingml/2006/main">
              <a:ext uri="{FF2B5EF4-FFF2-40B4-BE49-F238E27FC236}">
                <a16:creationId xmlns:a16="http://schemas.microsoft.com/office/drawing/2014/main" id="{411E70D3-D9DD-4669-BFFA-1AF7666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Opening remarks</a:t>
            </a:r>
          </a:p>
        </p:txBody>
      </p:sp>
      <p:sp>
        <p:nvSpPr>
          <p:cNvPr id="55" name="detail-5:00">
            <a:extLst xmlns:a="http://schemas.openxmlformats.org/drawingml/2006/main">
              <a:ext uri="{FF2B5EF4-FFF2-40B4-BE49-F238E27FC236}">
                <a16:creationId xmlns:a16="http://schemas.microsoft.com/office/drawing/2014/main" id="{5C8E65A0-F985-4AD7-8ABF-1644B010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Host welcome and 100-staff milestone celebration.</a:t>
            </a:r>
          </a:p>
        </p:txBody>
      </p:sp>
      <p:sp>
        <p:nvSpPr>
          <p:cNvPr id="56" name="card-5:05">
            <a:extLst xmlns:a="http://schemas.openxmlformats.org/drawingml/2006/main">
              <a:ext uri="{FF2B5EF4-FFF2-40B4-BE49-F238E27FC236}">
                <a16:creationId xmlns:a16="http://schemas.microsoft.com/office/drawing/2014/main" id="{227A17FF-4392-4540-8BC8-61A5180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7" name="card-bar-5:05">
            <a:extLst xmlns:a="http://schemas.openxmlformats.org/drawingml/2006/main">
              <a:ext uri="{FF2B5EF4-FFF2-40B4-BE49-F238E27FC236}">
                <a16:creationId xmlns:a16="http://schemas.microsoft.com/office/drawing/2014/main" id="{15473B2A-10C0-491F-BE1D-446D7B2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624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ime-5:05">
            <a:extLst xmlns:a="http://schemas.openxmlformats.org/drawingml/2006/main">
              <a:ext uri="{FF2B5EF4-FFF2-40B4-BE49-F238E27FC236}">
                <a16:creationId xmlns:a16="http://schemas.microsoft.com/office/drawing/2014/main" id="{97F5D0E3-4E99-4864-8612-24154F2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5:05</a:t>
            </a:r>
          </a:p>
        </p:txBody>
      </p:sp>
      <p:sp>
        <p:nvSpPr>
          <p:cNvPr id="59" name="label-5:05">
            <a:extLst xmlns:a="http://schemas.openxmlformats.org/drawingml/2006/main">
              <a:ext uri="{FF2B5EF4-FFF2-40B4-BE49-F238E27FC236}">
                <a16:creationId xmlns:a16="http://schemas.microsoft.com/office/drawing/2014/main" id="{3D989AA5-2653-476B-9EAE-FC000B0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Trivia challenge</a:t>
            </a:r>
          </a:p>
        </p:txBody>
      </p:sp>
      <p:sp>
        <p:nvSpPr>
          <p:cNvPr id="60" name="detail-5:05">
            <a:extLst xmlns:a="http://schemas.openxmlformats.org/drawingml/2006/main">
              <a:ext uri="{FF2B5EF4-FFF2-40B4-BE49-F238E27FC236}">
                <a16:creationId xmlns:a16="http://schemas.microsoft.com/office/drawing/2014/main" id="{077D3ACC-9093-4931-A410-08A60FE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Scan, join, and complete 15 questions in 5 minutes.</a:t>
            </a:r>
          </a:p>
        </p:txBody>
      </p:sp>
      <p:sp>
        <p:nvSpPr>
          <p:cNvPr id="61" name="card-5:15+">
            <a:extLst xmlns:a="http://schemas.openxmlformats.org/drawingml/2006/main">
              <a:ext uri="{FF2B5EF4-FFF2-40B4-BE49-F238E27FC236}">
                <a16:creationId xmlns:a16="http://schemas.microsoft.com/office/drawing/2014/main" id="{17D86136-D1E4-46CA-B63C-54D4C798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2" name="card-bar-5:15+">
            <a:extLst xmlns:a="http://schemas.openxmlformats.org/drawingml/2006/main">
              <a:ext uri="{FF2B5EF4-FFF2-40B4-BE49-F238E27FC236}">
                <a16:creationId xmlns:a16="http://schemas.microsoft.com/office/drawing/2014/main" id="{79D67781-9B96-4A5D-9447-EF7286B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ime-5:15+">
            <a:extLst xmlns:a="http://schemas.openxmlformats.org/drawingml/2006/main">
              <a:ext uri="{FF2B5EF4-FFF2-40B4-BE49-F238E27FC236}">
                <a16:creationId xmlns:a16="http://schemas.microsoft.com/office/drawing/2014/main" id="{3BA7DED6-223F-4FCB-8287-3F1466F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5:15+</a:t>
            </a:r>
          </a:p>
        </p:txBody>
      </p:sp>
      <p:sp>
        <p:nvSpPr>
          <p:cNvPr id="64" name="label-5:15+">
            <a:extLst xmlns:a="http://schemas.openxmlformats.org/drawingml/2006/main">
              <a:ext uri="{FF2B5EF4-FFF2-40B4-BE49-F238E27FC236}">
                <a16:creationId xmlns:a16="http://schemas.microsoft.com/office/drawing/2014/main" id="{046D1CC7-AC1F-4367-8576-0482935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Feast &amp; social</a:t>
            </a:r>
          </a:p>
        </p:txBody>
      </p:sp>
      <p:sp>
        <p:nvSpPr>
          <p:cNvPr id="65" name="detail-5:15+">
            <a:extLst xmlns:a="http://schemas.openxmlformats.org/drawingml/2006/main">
              <a:ext uri="{FF2B5EF4-FFF2-40B4-BE49-F238E27FC236}">
                <a16:creationId xmlns:a16="http://schemas.microsoft.com/office/drawing/2014/main" id="{032267B3-6504-40C3-BE02-DA288C6D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Food service, photos, and time together.</a:t>
            </a:r>
          </a:p>
        </p:txBody>
      </p:sp>
      <p:sp>
        <p:nvSpPr>
          <p:cNvPr id="66" name="agenda-note">
            <a:extLst xmlns:a="http://schemas.openxmlformats.org/drawingml/2006/main">
              <a:ext uri="{FF2B5EF4-FFF2-40B4-BE49-F238E27FC236}">
                <a16:creationId xmlns:a16="http://schemas.microsoft.com/office/drawing/2014/main" id="{32E8F489-C001-4C93-89B8-99325F07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Keep the formal moments crisp; let the room move quickly into the celebration.</a:t>
            </a:r>
          </a:p>
        </p:txBody>
      </p:sp>
    </p:spTree>
    <p:extLst>
      <p:ext uri="{BB962C8B-B14F-4D97-AF65-F5344CB8AC3E}">
        <p14:creationId xmlns:p14="http://schemas.microsoft.com/office/powerpoint/2010/main" val="759134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9D684-3F3D-4480-8808-BF4A6E56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00E30-B19B-4804-AE43-65D895E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5803C-D53A-461F-83A6-B4344D44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66C3A-9FE0-47B0-B00A-9E731685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314E2-111D-4AB0-96AE-5CC70B8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0C07C-0E73-4F9D-AF77-479A005E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2B3AB-66B5-4AC4-92F9-35DDD9B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B288C-B184-4BEE-9450-10184DC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27F9E-ACE8-4C25-8297-0195CD91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B7AC8-3B3F-436F-953D-2703B5E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58D07-0B4C-46B0-9838-FE0106F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53903-A359-4D25-84FF-11E0BBB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9E397-3578-4DBE-BE3F-8DB108E5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6CA02-F1F0-48D6-9C2E-084A496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CBBB5-A634-43B8-8BAE-39705FC8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6136F-CD50-427B-BCE6-2DC6B833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4AA27-4E14-48EA-8ECE-7D6FB0B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8D3CD-9FC3-452A-881F-B72A17B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BF535-6D56-4B81-87FA-7D6912E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C9443-20C6-4899-B78E-CEB39E7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38EA3-090C-4483-92A4-F6DD43C2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0AC97-D60A-4BA9-B28C-8F399D1F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4C490-B4E5-45B1-A467-7E33B660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3-0">
            <a:extLst xmlns:a="http://schemas.openxmlformats.org/drawingml/2006/main">
              <a:ext uri="{FF2B5EF4-FFF2-40B4-BE49-F238E27FC236}">
                <a16:creationId xmlns:a16="http://schemas.microsoft.com/office/drawing/2014/main" id="{08FD1675-3432-44C5-A2BB-4CD0E4C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3-1">
            <a:extLst xmlns:a="http://schemas.openxmlformats.org/drawingml/2006/main">
              <a:ext uri="{FF2B5EF4-FFF2-40B4-BE49-F238E27FC236}">
                <a16:creationId xmlns:a16="http://schemas.microsoft.com/office/drawing/2014/main" id="{F720FAA4-DACF-45A3-8372-994192A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3-2">
            <a:extLst xmlns:a="http://schemas.openxmlformats.org/drawingml/2006/main">
              <a:ext uri="{FF2B5EF4-FFF2-40B4-BE49-F238E27FC236}">
                <a16:creationId xmlns:a16="http://schemas.microsoft.com/office/drawing/2014/main" id="{746BD641-1383-4815-8525-F32644B1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3-3">
            <a:extLst xmlns:a="http://schemas.openxmlformats.org/drawingml/2006/main">
              <a:ext uri="{FF2B5EF4-FFF2-40B4-BE49-F238E27FC236}">
                <a16:creationId xmlns:a16="http://schemas.microsoft.com/office/drawing/2014/main" id="{A1F29BC0-67C9-41D3-87EE-B1767C9B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3-4">
            <a:extLst xmlns:a="http://schemas.openxmlformats.org/drawingml/2006/main">
              <a:ext uri="{FF2B5EF4-FFF2-40B4-BE49-F238E27FC236}">
                <a16:creationId xmlns:a16="http://schemas.microsoft.com/office/drawing/2014/main" id="{362CF078-0E38-4BAE-AC3E-95CDC492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3-5">
            <a:extLst xmlns:a="http://schemas.openxmlformats.org/drawingml/2006/main">
              <a:ext uri="{FF2B5EF4-FFF2-40B4-BE49-F238E27FC236}">
                <a16:creationId xmlns:a16="http://schemas.microsoft.com/office/drawing/2014/main" id="{0ED4D239-EE07-40B6-A781-9423E3F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3-6">
            <a:extLst xmlns:a="http://schemas.openxmlformats.org/drawingml/2006/main">
              <a:ext uri="{FF2B5EF4-FFF2-40B4-BE49-F238E27FC236}">
                <a16:creationId xmlns:a16="http://schemas.microsoft.com/office/drawing/2014/main" id="{91EA9127-7F53-4708-B2CC-F1748902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3-7">
            <a:extLst xmlns:a="http://schemas.openxmlformats.org/drawingml/2006/main">
              <a:ext uri="{FF2B5EF4-FFF2-40B4-BE49-F238E27FC236}">
                <a16:creationId xmlns:a16="http://schemas.microsoft.com/office/drawing/2014/main" id="{642F188E-A48A-44FD-8A89-796C4F56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3-8">
            <a:extLst xmlns:a="http://schemas.openxmlformats.org/drawingml/2006/main">
              <a:ext uri="{FF2B5EF4-FFF2-40B4-BE49-F238E27FC236}">
                <a16:creationId xmlns:a16="http://schemas.microsoft.com/office/drawing/2014/main" id="{0539EDEF-7479-4813-A170-E0EDB5C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3-1">
            <a:extLst xmlns:a="http://schemas.openxmlformats.org/drawingml/2006/main">
              <a:ext uri="{FF2B5EF4-FFF2-40B4-BE49-F238E27FC236}">
                <a16:creationId xmlns:a16="http://schemas.microsoft.com/office/drawing/2014/main" id="{F5A4B52F-85EF-4595-B037-A40369B6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3-2">
            <a:extLst xmlns:a="http://schemas.openxmlformats.org/drawingml/2006/main">
              <a:ext uri="{FF2B5EF4-FFF2-40B4-BE49-F238E27FC236}">
                <a16:creationId xmlns:a16="http://schemas.microsoft.com/office/drawing/2014/main" id="{6F3E03FC-ECDD-4395-9C3F-9952ACA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84EDA88-AB06-4CB2-A8C7-DC3EDB87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3">
            <a:extLst xmlns:a="http://schemas.openxmlformats.org/drawingml/2006/main">
              <a:ext uri="{FF2B5EF4-FFF2-40B4-BE49-F238E27FC236}">
                <a16:creationId xmlns:a16="http://schemas.microsoft.com/office/drawing/2014/main" id="{AD0318E8-B595-4F74-A34B-45127F0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3">
            <a:extLst xmlns:a="http://schemas.openxmlformats.org/drawingml/2006/main">
              <a:ext uri="{FF2B5EF4-FFF2-40B4-BE49-F238E27FC236}">
                <a16:creationId xmlns:a16="http://schemas.microsoft.com/office/drawing/2014/main" id="{BCC3DEA4-A3FC-40B0-A4F5-A42BB7E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8" name="eyebrow-pill-Readiness">
            <a:extLst xmlns:a="http://schemas.openxmlformats.org/drawingml/2006/main">
              <a:ext uri="{FF2B5EF4-FFF2-40B4-BE49-F238E27FC236}">
                <a16:creationId xmlns:a16="http://schemas.microsoft.com/office/drawing/2014/main" id="{B0A7EB9B-0D68-435E-A253-0E0F52F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2A53D850-AB86-4F12-9080-1980D67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9EA041C9-877C-4DE4-9A9B-192FEC49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Before guests arrive</a:t>
            </a:r>
          </a:p>
        </p:txBody>
      </p:sp>
      <p:sp>
        <p:nvSpPr>
          <p:cNvPr id="41" name="readiness-main">
            <a:extLst xmlns:a="http://schemas.openxmlformats.org/drawingml/2006/main">
              <a:ext uri="{FF2B5EF4-FFF2-40B4-BE49-F238E27FC236}">
                <a16:creationId xmlns:a16="http://schemas.microsoft.com/office/drawing/2014/main" id="{E2B11A10-2B28-46F0-80C4-46FD0D2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readiness-main-bar">
            <a:extLst xmlns:a="http://schemas.openxmlformats.org/drawingml/2006/main">
              <a:ext uri="{FF2B5EF4-FFF2-40B4-BE49-F238E27FC236}">
                <a16:creationId xmlns:a16="http://schemas.microsoft.com/office/drawing/2014/main" id="{79B47579-BF23-47E1-92AF-1223BE6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adiness-time">
            <a:extLst xmlns:a="http://schemas.openxmlformats.org/drawingml/2006/main">
              <a:ext uri="{FF2B5EF4-FFF2-40B4-BE49-F238E27FC236}">
                <a16:creationId xmlns:a16="http://schemas.microsoft.com/office/drawing/2014/main" id="{6B57596E-04B8-4150-A0D2-2411D6F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4:30 PM</a:t>
            </a:r>
          </a:p>
        </p:txBody>
      </p:sp>
      <p:sp>
        <p:nvSpPr>
          <p:cNvPr id="44" name="readiness-head">
            <a:extLst xmlns:a="http://schemas.openxmlformats.org/drawingml/2006/main">
              <a:ext uri="{FF2B5EF4-FFF2-40B4-BE49-F238E27FC236}">
                <a16:creationId xmlns:a16="http://schemas.microsoft.com/office/drawing/2014/main" id="{E437ED8D-8489-43B5-BD10-9E7E6EB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Food arrival</a:t>
            </a:r>
          </a:p>
        </p:txBody>
      </p:sp>
      <p:sp>
        <p:nvSpPr>
          <p:cNvPr id="45" name="readiness-body">
            <a:extLst xmlns:a="http://schemas.openxmlformats.org/drawingml/2006/main">
              <a:ext uri="{FF2B5EF4-FFF2-40B4-BE49-F238E27FC236}">
                <a16:creationId xmlns:a16="http://schemas.microsoft.com/office/drawing/2014/main" id="{B796679B-E897-4DBF-9144-FADACEE3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Catering arrives on-site. Allow approximately 15 minutes for setup and arrangement.</a:t>
            </a:r>
          </a:p>
        </p:txBody>
      </p:sp>
      <p:sp>
        <p:nvSpPr>
          <p:cNvPr id="46" name="ready-card-1">
            <a:extLst xmlns:a="http://schemas.openxmlformats.org/drawingml/2006/main">
              <a:ext uri="{FF2B5EF4-FFF2-40B4-BE49-F238E27FC236}">
                <a16:creationId xmlns:a16="http://schemas.microsoft.com/office/drawing/2014/main" id="{D60F60A5-A9CD-4CDE-B768-CBE3FAF4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ready-card-1-title">
            <a:extLst xmlns:a="http://schemas.openxmlformats.org/drawingml/2006/main">
              <a:ext uri="{FF2B5EF4-FFF2-40B4-BE49-F238E27FC236}">
                <a16:creationId xmlns:a16="http://schemas.microsoft.com/office/drawing/2014/main" id="{7AC818F4-33C9-48ED-897A-F1028E07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Food setup</a:t>
            </a:r>
          </a:p>
        </p:txBody>
      </p:sp>
      <p:sp>
        <p:nvSpPr>
          <p:cNvPr id="48" name="ready-card-1-body">
            <a:extLst xmlns:a="http://schemas.openxmlformats.org/drawingml/2006/main">
              <a:ext uri="{FF2B5EF4-FFF2-40B4-BE49-F238E27FC236}">
                <a16:creationId xmlns:a16="http://schemas.microsoft.com/office/drawing/2014/main" id="{563A8205-539E-468F-A58D-F536104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Completed and guest-ready by 4:45 PM.</a:t>
            </a:r>
          </a:p>
        </p:txBody>
      </p:sp>
      <p:sp>
        <p:nvSpPr>
          <p:cNvPr id="49" name="ready-card-2">
            <a:extLst xmlns:a="http://schemas.openxmlformats.org/drawingml/2006/main">
              <a:ext uri="{FF2B5EF4-FFF2-40B4-BE49-F238E27FC236}">
                <a16:creationId xmlns:a16="http://schemas.microsoft.com/office/drawing/2014/main" id="{37A75B41-A9D1-4415-91A3-F4946ED5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8A8A"/>
            </a:solidFill>
            <a:prstDash val="solid"/>
          </a:ln>
        </p:spPr>
      </p:sp>
      <p:sp>
        <p:nvSpPr>
          <p:cNvPr id="50" name="ready-card-2-title">
            <a:extLst xmlns:a="http://schemas.openxmlformats.org/drawingml/2006/main">
              <a:ext uri="{FF2B5EF4-FFF2-40B4-BE49-F238E27FC236}">
                <a16:creationId xmlns:a16="http://schemas.microsoft.com/office/drawing/2014/main" id="{1A371AE9-1C9A-4DBB-8E10-6B1F00A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Trivia platform</a:t>
            </a:r>
          </a:p>
        </p:txBody>
      </p:sp>
      <p:sp>
        <p:nvSpPr>
          <p:cNvPr id="51" name="ready-card-2-body">
            <a:extLst xmlns:a="http://schemas.openxmlformats.org/drawingml/2006/main">
              <a:ext uri="{FF2B5EF4-FFF2-40B4-BE49-F238E27FC236}">
                <a16:creationId xmlns:a16="http://schemas.microsoft.com/office/drawing/2014/main" id="{BFE80452-813E-4621-8E3A-75E93B6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Test the link and keep QR visible in rooms.</a:t>
            </a:r>
          </a:p>
        </p:txBody>
      </p:sp>
      <p:sp>
        <p:nvSpPr>
          <p:cNvPr id="52" name="ready-card-3">
            <a:extLst xmlns:a="http://schemas.openxmlformats.org/drawingml/2006/main">
              <a:ext uri="{FF2B5EF4-FFF2-40B4-BE49-F238E27FC236}">
                <a16:creationId xmlns:a16="http://schemas.microsoft.com/office/drawing/2014/main" id="{AF4EF6B5-1C1A-478C-B188-C3EB966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50292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" name="ready-card-3-title">
            <a:extLst xmlns:a="http://schemas.openxmlformats.org/drawingml/2006/main">
              <a:ext uri="{FF2B5EF4-FFF2-40B4-BE49-F238E27FC236}">
                <a16:creationId xmlns:a16="http://schemas.microsoft.com/office/drawing/2014/main" id="{10B16B6B-86CB-40DE-A738-FAC4372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Jersey swag distribution</a:t>
            </a:r>
          </a:p>
        </p:txBody>
      </p:sp>
      <p:sp>
        <p:nvSpPr>
          <p:cNvPr id="54" name="ready-card-3-body">
            <a:extLst xmlns:a="http://schemas.openxmlformats.org/drawingml/2006/main">
              <a:ext uri="{FF2B5EF4-FFF2-40B4-BE49-F238E27FC236}">
                <a16:creationId xmlns:a16="http://schemas.microsoft.com/office/drawing/2014/main" id="{1DFB21EC-FF47-4EA4-A511-6CB47D9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Prep the distribution area early so giveaway flow stays relaxed after winners are announced.</a:t>
            </a:r>
          </a:p>
        </p:txBody>
      </p:sp>
    </p:spTree>
    <p:extLst>
      <p:ext uri="{BB962C8B-B14F-4D97-AF65-F5344CB8AC3E}">
        <p14:creationId xmlns:p14="http://schemas.microsoft.com/office/powerpoint/2010/main" val="390868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0D0BE-D36A-42E3-90CF-B70AD53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73FA3-67F6-43D3-B324-B349F49D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AA030-A86F-45CD-AB0C-BDFF853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41A0-47AF-496A-A09A-AE781C9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E9B9-BA36-4ED9-91F3-C60CCC26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B163-BAF7-4C82-84BB-0CFF1BAC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25928-B060-43CF-B5D1-4338567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73E46-9763-4C21-BE75-67DCFD36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FC028-8CFD-4A1E-91CA-39BAF7A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2AAEB-6EE9-4FA3-9E5A-D589AB6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2F39A-A73B-446D-808C-B77B4F1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D7E73-332A-4CF2-95FB-F265A36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06205-5567-4A7F-A534-A1F1A6BB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C18F0-92AA-4FAF-A03D-C0D5E51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32EC0-A6D9-4085-929B-BF6272AE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84B01-EC2F-4660-BEB6-7D9E224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C43DA-272E-414C-81DE-E74F465A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2ECA5-2754-415B-B565-1478B2DB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3C019-2427-4C9E-8BA1-D2DE48BF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31E71-0654-4C64-950D-C8CAF32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A436B-CF78-47B3-84F0-A9B77A1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0D33C-C213-462E-A732-93C6B464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B3766-1C54-44CD-B468-DC5CF90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4-0">
            <a:extLst xmlns:a="http://schemas.openxmlformats.org/drawingml/2006/main">
              <a:ext uri="{FF2B5EF4-FFF2-40B4-BE49-F238E27FC236}">
                <a16:creationId xmlns:a16="http://schemas.microsoft.com/office/drawing/2014/main" id="{F0236292-7F8F-4334-9A33-E40BA5E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4-1">
            <a:extLst xmlns:a="http://schemas.openxmlformats.org/drawingml/2006/main">
              <a:ext uri="{FF2B5EF4-FFF2-40B4-BE49-F238E27FC236}">
                <a16:creationId xmlns:a16="http://schemas.microsoft.com/office/drawing/2014/main" id="{3460C36E-A363-4524-8570-2596C670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4-2">
            <a:extLst xmlns:a="http://schemas.openxmlformats.org/drawingml/2006/main">
              <a:ext uri="{FF2B5EF4-FFF2-40B4-BE49-F238E27FC236}">
                <a16:creationId xmlns:a16="http://schemas.microsoft.com/office/drawing/2014/main" id="{D2BA887A-7930-417C-B941-EBDBB8DD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4-3">
            <a:extLst xmlns:a="http://schemas.openxmlformats.org/drawingml/2006/main">
              <a:ext uri="{FF2B5EF4-FFF2-40B4-BE49-F238E27FC236}">
                <a16:creationId xmlns:a16="http://schemas.microsoft.com/office/drawing/2014/main" id="{7DF9AB90-CF30-44BC-B8AC-ECD953A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4-4">
            <a:extLst xmlns:a="http://schemas.openxmlformats.org/drawingml/2006/main">
              <a:ext uri="{FF2B5EF4-FFF2-40B4-BE49-F238E27FC236}">
                <a16:creationId xmlns:a16="http://schemas.microsoft.com/office/drawing/2014/main" id="{16FCC845-E66D-4EAB-9F1E-A88C4C24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4-5">
            <a:extLst xmlns:a="http://schemas.openxmlformats.org/drawingml/2006/main">
              <a:ext uri="{FF2B5EF4-FFF2-40B4-BE49-F238E27FC236}">
                <a16:creationId xmlns:a16="http://schemas.microsoft.com/office/drawing/2014/main" id="{0DAA77AB-E6BE-4624-9732-92E373C7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4-6">
            <a:extLst xmlns:a="http://schemas.openxmlformats.org/drawingml/2006/main">
              <a:ext uri="{FF2B5EF4-FFF2-40B4-BE49-F238E27FC236}">
                <a16:creationId xmlns:a16="http://schemas.microsoft.com/office/drawing/2014/main" id="{728A97D9-0034-47BE-B647-D9189D2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4-7">
            <a:extLst xmlns:a="http://schemas.openxmlformats.org/drawingml/2006/main">
              <a:ext uri="{FF2B5EF4-FFF2-40B4-BE49-F238E27FC236}">
                <a16:creationId xmlns:a16="http://schemas.microsoft.com/office/drawing/2014/main" id="{DB92650E-FBDB-4AA8-9B51-D406B265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4-8">
            <a:extLst xmlns:a="http://schemas.openxmlformats.org/drawingml/2006/main">
              <a:ext uri="{FF2B5EF4-FFF2-40B4-BE49-F238E27FC236}">
                <a16:creationId xmlns:a16="http://schemas.microsoft.com/office/drawing/2014/main" id="{F302F632-7DAB-4B1C-A09E-E3C30636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4-1">
            <a:extLst xmlns:a="http://schemas.openxmlformats.org/drawingml/2006/main">
              <a:ext uri="{FF2B5EF4-FFF2-40B4-BE49-F238E27FC236}">
                <a16:creationId xmlns:a16="http://schemas.microsoft.com/office/drawing/2014/main" id="{5986EB69-480F-407A-B802-57D7018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4-2">
            <a:extLst xmlns:a="http://schemas.openxmlformats.org/drawingml/2006/main">
              <a:ext uri="{FF2B5EF4-FFF2-40B4-BE49-F238E27FC236}">
                <a16:creationId xmlns:a16="http://schemas.microsoft.com/office/drawing/2014/main" id="{92C84130-0694-4EDA-B675-D4BF04D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8FCBBAB-A9D2-4BC5-A280-803BADF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4">
            <a:extLst xmlns:a="http://schemas.openxmlformats.org/drawingml/2006/main">
              <a:ext uri="{FF2B5EF4-FFF2-40B4-BE49-F238E27FC236}">
                <a16:creationId xmlns:a16="http://schemas.microsoft.com/office/drawing/2014/main" id="{8679A65E-F909-4037-BA45-D9051BA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4">
            <a:extLst xmlns:a="http://schemas.openxmlformats.org/drawingml/2006/main">
              <a:ext uri="{FF2B5EF4-FFF2-40B4-BE49-F238E27FC236}">
                <a16:creationId xmlns:a16="http://schemas.microsoft.com/office/drawing/2014/main" id="{4DD88313-6E96-42BE-AB35-DE0EAAA1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eyebrow-pill-OpenAI trivia challenge">
            <a:extLst xmlns:a="http://schemas.openxmlformats.org/drawingml/2006/main">
              <a:ext uri="{FF2B5EF4-FFF2-40B4-BE49-F238E27FC236}">
                <a16:creationId xmlns:a16="http://schemas.microsoft.com/office/drawing/2014/main" id="{D1A57784-8960-4EEC-AC82-C9AE957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2FC0C176-A917-4060-A800-0EE3BA0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TRIVIA CHALLENGE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4806B7E1-67BE-4DFF-A035-3B5C5945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Scan to play</a:t>
            </a:r>
          </a:p>
        </p:txBody>
      </p:sp>
      <p:sp>
        <p:nvSpPr>
          <p:cNvPr id="41" name="trivia-bullets-card">
            <a:extLst xmlns:a="http://schemas.openxmlformats.org/drawingml/2006/main">
              <a:ext uri="{FF2B5EF4-FFF2-40B4-BE49-F238E27FC236}">
                <a16:creationId xmlns:a16="http://schemas.microsoft.com/office/drawing/2014/main" id="{EB7714C0-FB55-44EF-B9AE-43D345F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81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trivia-details">
            <a:extLst xmlns:a="http://schemas.openxmlformats.org/drawingml/2006/main">
              <a:ext uri="{FF2B5EF4-FFF2-40B4-BE49-F238E27FC236}">
                <a16:creationId xmlns:a16="http://schemas.microsoft.com/office/drawing/2014/main" id="{16CFB29C-3965-4FBC-B376-8B4EF23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15 Singapore office questions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5 minutes to complete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Leaderboard unlocks at completion</a:t>
            </a:r>
          </a:p>
        </p:txBody>
      </p:sp>
      <p:sp>
        <p:nvSpPr>
          <p:cNvPr id="43" name="trivia-host">
            <a:extLst xmlns:a="http://schemas.openxmlformats.org/drawingml/2006/main">
              <a:ext uri="{FF2B5EF4-FFF2-40B4-BE49-F238E27FC236}">
                <a16:creationId xmlns:a16="http://schemas.microsoft.com/office/drawing/2014/main" id="{1C4D3BCD-1E09-4606-9FDE-F1EF517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Host: Madani starts the game once everyone is ready.</a:t>
            </a:r>
          </a:p>
        </p:txBody>
      </p:sp>
      <p:sp>
        <p:nvSpPr>
          <p:cNvPr id="44" name="qr-frame">
            <a:extLst xmlns:a="http://schemas.openxmlformats.org/drawingml/2006/main">
              <a:ext uri="{FF2B5EF4-FFF2-40B4-BE49-F238E27FC236}">
                <a16:creationId xmlns:a16="http://schemas.microsoft.com/office/drawing/2014/main" id="{C96E6CB0-2EA6-42AB-83D0-E9E6668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3714750" cy="4762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7a992661d4882"/>
          <a:stretch xmlns:a="http://schemas.openxmlformats.org/drawingml/2006/main"/>
        </p:blipFill>
        <p:spPr>
          <a:xfrm xmlns:a="http://schemas.openxmlformats.org/drawingml/2006/main">
            <a:off x="7734300" y="990600"/>
            <a:ext cx="2724150" cy="2724150"/>
          </a:xfrm>
          <a:prstGeom xmlns:a="http://schemas.openxmlformats.org/drawingml/2006/main" prst="rect">
            <a:avLst/>
          </a:prstGeom>
        </p:spPr>
      </p:pic>
      <p:sp>
        <p:nvSpPr>
          <p:cNvPr id="46" name="qr-caption">
            <a:extLst xmlns:a="http://schemas.openxmlformats.org/drawingml/2006/main">
              <a:ext uri="{FF2B5EF4-FFF2-40B4-BE49-F238E27FC236}">
                <a16:creationId xmlns:a16="http://schemas.microsoft.com/office/drawing/2014/main" id="{6C54EFE0-A370-4D47-9FE4-491FCE95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https://oai-trivia.vercel.app/</a:t>
            </a:r>
          </a:p>
        </p:txBody>
      </p:sp>
      <p:sp>
        <p:nvSpPr>
          <p:cNvPr id="47" name="qr-instruction">
            <a:extLst xmlns:a="http://schemas.openxmlformats.org/drawingml/2006/main">
              <a:ext uri="{FF2B5EF4-FFF2-40B4-BE49-F238E27FC236}">
                <a16:creationId xmlns:a16="http://schemas.microsoft.com/office/drawing/2014/main" id="{B93A875B-13AB-44CD-BB0F-55035744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Enter your name, wait for host start, then answer quickly.</a:t>
            </a:r>
          </a:p>
        </p:txBody>
      </p:sp>
    </p:spTree>
    <p:extLst>
      <p:ext uri="{BB962C8B-B14F-4D97-AF65-F5344CB8AC3E}">
        <p14:creationId xmlns:p14="http://schemas.microsoft.com/office/powerpoint/2010/main" val="626275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B8163-0540-4A8C-99CF-FA11080C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1553A-1646-4148-8DA1-CA6B2848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364E1-BA6A-495A-83D0-773DC19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A0758-9D5C-43AF-AADB-C8AF65F0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A6287-FFEA-4B98-BF08-51725E8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D4AFA-2550-428D-BD38-09641D3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CCEE2-4719-4E27-A3B2-001F79F1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F1090-9147-49AA-894A-8E6A076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C32C4-69CC-4496-A631-3C0F7C5E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67BE5-E583-4125-B45D-4613918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35CFE-0242-4544-A8F7-DA956887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6FC02-58B4-47FA-B40C-1E40CC50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E2D18-FED0-4286-86EC-576A213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19ABE-BCD4-4F6F-AFB5-14ACE9F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4C4FB-288F-4519-8686-3ECB9888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66EF3-0216-46DE-A53D-2C0C7E5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D3D8A-D348-480B-A39D-6B549843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9EA08-B193-4864-A467-FA7FF1A1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8656D-03A8-47B3-926D-C853D313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2FD5B-6304-4189-888A-27817D57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8B55F-8255-45BE-9B8A-EAD06E1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90D65-D9DB-48CD-BC6F-AE71526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1A802-5B77-41DB-B438-C223529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5-0">
            <a:extLst xmlns:a="http://schemas.openxmlformats.org/drawingml/2006/main">
              <a:ext uri="{FF2B5EF4-FFF2-40B4-BE49-F238E27FC236}">
                <a16:creationId xmlns:a16="http://schemas.microsoft.com/office/drawing/2014/main" id="{58CB9B09-C956-4132-B962-80228A41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5-1">
            <a:extLst xmlns:a="http://schemas.openxmlformats.org/drawingml/2006/main">
              <a:ext uri="{FF2B5EF4-FFF2-40B4-BE49-F238E27FC236}">
                <a16:creationId xmlns:a16="http://schemas.microsoft.com/office/drawing/2014/main" id="{C51B7EA2-F57A-4F38-8D44-CC2EC532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5-2">
            <a:extLst xmlns:a="http://schemas.openxmlformats.org/drawingml/2006/main">
              <a:ext uri="{FF2B5EF4-FFF2-40B4-BE49-F238E27FC236}">
                <a16:creationId xmlns:a16="http://schemas.microsoft.com/office/drawing/2014/main" id="{C7A3D678-6187-4C59-BA92-CB075AAF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5-3">
            <a:extLst xmlns:a="http://schemas.openxmlformats.org/drawingml/2006/main">
              <a:ext uri="{FF2B5EF4-FFF2-40B4-BE49-F238E27FC236}">
                <a16:creationId xmlns:a16="http://schemas.microsoft.com/office/drawing/2014/main" id="{AC6FD429-2DCB-4F89-839A-C9F7776C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5-4">
            <a:extLst xmlns:a="http://schemas.openxmlformats.org/drawingml/2006/main">
              <a:ext uri="{FF2B5EF4-FFF2-40B4-BE49-F238E27FC236}">
                <a16:creationId xmlns:a16="http://schemas.microsoft.com/office/drawing/2014/main" id="{5E66E245-5038-4881-8F23-8F18CBE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5-5">
            <a:extLst xmlns:a="http://schemas.openxmlformats.org/drawingml/2006/main">
              <a:ext uri="{FF2B5EF4-FFF2-40B4-BE49-F238E27FC236}">
                <a16:creationId xmlns:a16="http://schemas.microsoft.com/office/drawing/2014/main" id="{70D88C8B-C437-4B08-BB32-CB8DBF9D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5-6">
            <a:extLst xmlns:a="http://schemas.openxmlformats.org/drawingml/2006/main">
              <a:ext uri="{FF2B5EF4-FFF2-40B4-BE49-F238E27FC236}">
                <a16:creationId xmlns:a16="http://schemas.microsoft.com/office/drawing/2014/main" id="{B0E32D7C-0AA1-417B-8229-0D4C21F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5-7">
            <a:extLst xmlns:a="http://schemas.openxmlformats.org/drawingml/2006/main">
              <a:ext uri="{FF2B5EF4-FFF2-40B4-BE49-F238E27FC236}">
                <a16:creationId xmlns:a16="http://schemas.microsoft.com/office/drawing/2014/main" id="{61DF0C2F-ED3C-436A-9B65-246B4AF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5-8">
            <a:extLst xmlns:a="http://schemas.openxmlformats.org/drawingml/2006/main">
              <a:ext uri="{FF2B5EF4-FFF2-40B4-BE49-F238E27FC236}">
                <a16:creationId xmlns:a16="http://schemas.microsoft.com/office/drawing/2014/main" id="{3D8336F1-A18C-4976-AB1F-D5CD650B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5-1">
            <a:extLst xmlns:a="http://schemas.openxmlformats.org/drawingml/2006/main">
              <a:ext uri="{FF2B5EF4-FFF2-40B4-BE49-F238E27FC236}">
                <a16:creationId xmlns:a16="http://schemas.microsoft.com/office/drawing/2014/main" id="{A7F35434-2590-48C5-88AA-3A86AFCC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5-2">
            <a:extLst xmlns:a="http://schemas.openxmlformats.org/drawingml/2006/main">
              <a:ext uri="{FF2B5EF4-FFF2-40B4-BE49-F238E27FC236}">
                <a16:creationId xmlns:a16="http://schemas.microsoft.com/office/drawing/2014/main" id="{5F2411E2-BA52-4D2D-A555-A0A1A124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E5D4DB5-62F6-4372-9E86-EA99AE9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5">
            <a:extLst xmlns:a="http://schemas.openxmlformats.org/drawingml/2006/main">
              <a:ext uri="{FF2B5EF4-FFF2-40B4-BE49-F238E27FC236}">
                <a16:creationId xmlns:a16="http://schemas.microsoft.com/office/drawing/2014/main" id="{76AEA1F2-A4DD-4598-B411-9664311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5">
            <a:extLst xmlns:a="http://schemas.openxmlformats.org/drawingml/2006/main">
              <a:ext uri="{FF2B5EF4-FFF2-40B4-BE49-F238E27FC236}">
                <a16:creationId xmlns:a16="http://schemas.microsoft.com/office/drawing/2014/main" id="{32AB5DC7-ECE3-4BEF-A6A1-704FF3E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8" name="eyebrow-pill-Winners and giveaways">
            <a:extLst xmlns:a="http://schemas.openxmlformats.org/drawingml/2006/main">
              <a:ext uri="{FF2B5EF4-FFF2-40B4-BE49-F238E27FC236}">
                <a16:creationId xmlns:a16="http://schemas.microsoft.com/office/drawing/2014/main" id="{693053A0-EEDD-4CEC-A096-1233448B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3B60CFA3-F485-4987-9F76-38A4BCF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WINNERS AND GIVEAWAYS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9836A2B2-FA57-45C0-A7EA-3BDA8BBE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Top 3 take the prizes</a:t>
            </a:r>
          </a:p>
        </p:txBody>
      </p:sp>
      <p:sp>
        <p:nvSpPr>
          <p:cNvPr id="41" name="prize-1st">
            <a:extLst xmlns:a="http://schemas.openxmlformats.org/drawingml/2006/main">
              <a:ext uri="{FF2B5EF4-FFF2-40B4-BE49-F238E27FC236}">
                <a16:creationId xmlns:a16="http://schemas.microsoft.com/office/drawing/2014/main" id="{0829847B-2E11-40D4-BD44-903BB79D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prize-bar-1st">
            <a:extLst xmlns:a="http://schemas.openxmlformats.org/drawingml/2006/main">
              <a:ext uri="{FF2B5EF4-FFF2-40B4-BE49-F238E27FC236}">
                <a16:creationId xmlns:a16="http://schemas.microsoft.com/office/drawing/2014/main" id="{CD28C083-E9FF-43E5-9F1E-2719DC7F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14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rize-dot-1st">
            <a:extLst xmlns:a="http://schemas.openxmlformats.org/drawingml/2006/main">
              <a:ext uri="{FF2B5EF4-FFF2-40B4-BE49-F238E27FC236}">
                <a16:creationId xmlns:a16="http://schemas.microsoft.com/office/drawing/2014/main" id="{7DCD1CAA-C232-4645-A331-0D68B28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ank-1st">
            <a:extLst xmlns:a="http://schemas.openxmlformats.org/drawingml/2006/main">
              <a:ext uri="{FF2B5EF4-FFF2-40B4-BE49-F238E27FC236}">
                <a16:creationId xmlns:a16="http://schemas.microsoft.com/office/drawing/2014/main" id="{4913FE28-928E-47E1-A226-E8687D0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1st</a:t>
            </a:r>
          </a:p>
        </p:txBody>
      </p:sp>
      <p:sp>
        <p:nvSpPr>
          <p:cNvPr id="45" name="prize-label-1st">
            <a:extLst xmlns:a="http://schemas.openxmlformats.org/drawingml/2006/main">
              <a:ext uri="{FF2B5EF4-FFF2-40B4-BE49-F238E27FC236}">
                <a16:creationId xmlns:a16="http://schemas.microsoft.com/office/drawing/2014/main" id="{2271DF16-BB91-4C3D-90AB-A7BA4CF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Trivia prize</a:t>
            </a:r>
          </a:p>
        </p:txBody>
      </p:sp>
      <p:sp>
        <p:nvSpPr>
          <p:cNvPr id="46" name="prize-value-1st">
            <a:extLst xmlns:a="http://schemas.openxmlformats.org/drawingml/2006/main">
              <a:ext uri="{FF2B5EF4-FFF2-40B4-BE49-F238E27FC236}">
                <a16:creationId xmlns:a16="http://schemas.microsoft.com/office/drawing/2014/main" id="{5738BB1A-8BC3-4216-88D9-7B33FB73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$30 Grab voucher</a:t>
            </a:r>
          </a:p>
        </p:txBody>
      </p:sp>
      <p:sp>
        <p:nvSpPr>
          <p:cNvPr id="47" name="prize-2nd">
            <a:extLst xmlns:a="http://schemas.openxmlformats.org/drawingml/2006/main">
              <a:ext uri="{FF2B5EF4-FFF2-40B4-BE49-F238E27FC236}">
                <a16:creationId xmlns:a16="http://schemas.microsoft.com/office/drawing/2014/main" id="{26CDA981-E080-4385-AAC4-01E23E0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52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8" name="prize-bar-2nd">
            <a:extLst xmlns:a="http://schemas.openxmlformats.org/drawingml/2006/main">
              <a:ext uri="{FF2B5EF4-FFF2-40B4-BE49-F238E27FC236}">
                <a16:creationId xmlns:a16="http://schemas.microsoft.com/office/drawing/2014/main" id="{C002A051-B560-480E-B24B-7223116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114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rize-dot-2nd">
            <a:extLst xmlns:a="http://schemas.openxmlformats.org/drawingml/2006/main">
              <a:ext uri="{FF2B5EF4-FFF2-40B4-BE49-F238E27FC236}">
                <a16:creationId xmlns:a16="http://schemas.microsoft.com/office/drawing/2014/main" id="{4559ECF4-3DE0-4907-8E9C-882B43F9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ank-2nd">
            <a:extLst xmlns:a="http://schemas.openxmlformats.org/drawingml/2006/main">
              <a:ext uri="{FF2B5EF4-FFF2-40B4-BE49-F238E27FC236}">
                <a16:creationId xmlns:a16="http://schemas.microsoft.com/office/drawing/2014/main" id="{F5D82E12-DD4E-49F0-BAF5-81AD94F5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2nd</a:t>
            </a:r>
          </a:p>
        </p:txBody>
      </p:sp>
      <p:sp>
        <p:nvSpPr>
          <p:cNvPr id="51" name="prize-label-2nd">
            <a:extLst xmlns:a="http://schemas.openxmlformats.org/drawingml/2006/main">
              <a:ext uri="{FF2B5EF4-FFF2-40B4-BE49-F238E27FC236}">
                <a16:creationId xmlns:a16="http://schemas.microsoft.com/office/drawing/2014/main" id="{47683E00-7625-46CE-96A6-428499C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76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Trivia prize</a:t>
            </a:r>
          </a:p>
        </p:txBody>
      </p:sp>
      <p:sp>
        <p:nvSpPr>
          <p:cNvPr id="52" name="prize-value-2nd">
            <a:extLst xmlns:a="http://schemas.openxmlformats.org/drawingml/2006/main">
              <a:ext uri="{FF2B5EF4-FFF2-40B4-BE49-F238E27FC236}">
                <a16:creationId xmlns:a16="http://schemas.microsoft.com/office/drawing/2014/main" id="{94812FBB-6DE6-40B2-9684-1E8BEEB6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$20 Grab voucher</a:t>
            </a:r>
          </a:p>
        </p:txBody>
      </p:sp>
      <p:sp>
        <p:nvSpPr>
          <p:cNvPr id="53" name="prize-3rd">
            <a:extLst xmlns:a="http://schemas.openxmlformats.org/drawingml/2006/main">
              <a:ext uri="{FF2B5EF4-FFF2-40B4-BE49-F238E27FC236}">
                <a16:creationId xmlns:a16="http://schemas.microsoft.com/office/drawing/2014/main" id="{ABDDE6BE-606F-47D5-AAF2-B4DB48A4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54" name="prize-bar-3rd">
            <a:extLst xmlns:a="http://schemas.openxmlformats.org/drawingml/2006/main">
              <a:ext uri="{FF2B5EF4-FFF2-40B4-BE49-F238E27FC236}">
                <a16:creationId xmlns:a16="http://schemas.microsoft.com/office/drawing/2014/main" id="{4B8F489D-B98C-4BD6-B562-47AD459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114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rize-dot-3rd">
            <a:extLst xmlns:a="http://schemas.openxmlformats.org/drawingml/2006/main">
              <a:ext uri="{FF2B5EF4-FFF2-40B4-BE49-F238E27FC236}">
                <a16:creationId xmlns:a16="http://schemas.microsoft.com/office/drawing/2014/main" id="{7297D964-F931-41F3-A554-00FF6EFA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ank-3rd">
            <a:extLst xmlns:a="http://schemas.openxmlformats.org/drawingml/2006/main">
              <a:ext uri="{FF2B5EF4-FFF2-40B4-BE49-F238E27FC236}">
                <a16:creationId xmlns:a16="http://schemas.microsoft.com/office/drawing/2014/main" id="{EFE5E241-2E7E-486D-A04B-27E1DDF9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3rd</a:t>
            </a:r>
          </a:p>
        </p:txBody>
      </p:sp>
      <p:sp>
        <p:nvSpPr>
          <p:cNvPr id="57" name="prize-label-3rd">
            <a:extLst xmlns:a="http://schemas.openxmlformats.org/drawingml/2006/main">
              <a:ext uri="{FF2B5EF4-FFF2-40B4-BE49-F238E27FC236}">
                <a16:creationId xmlns:a16="http://schemas.microsoft.com/office/drawing/2014/main" id="{839AE063-37F6-4919-9DD7-22C73491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76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Trivia prize</a:t>
            </a:r>
          </a:p>
        </p:txBody>
      </p:sp>
      <p:sp>
        <p:nvSpPr>
          <p:cNvPr id="58" name="prize-value-3rd">
            <a:extLst xmlns:a="http://schemas.openxmlformats.org/drawingml/2006/main">
              <a:ext uri="{FF2B5EF4-FFF2-40B4-BE49-F238E27FC236}">
                <a16:creationId xmlns:a16="http://schemas.microsoft.com/office/drawing/2014/main" id="{F3522400-5695-4C3A-99C3-E9204D8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$10 Grab voucher</a:t>
            </a:r>
          </a:p>
        </p:txBody>
      </p:sp>
      <p:sp>
        <p:nvSpPr>
          <p:cNvPr id="59" name="swag-card">
            <a:extLst xmlns:a="http://schemas.openxmlformats.org/drawingml/2006/main">
              <a:ext uri="{FF2B5EF4-FFF2-40B4-BE49-F238E27FC236}">
                <a16:creationId xmlns:a16="http://schemas.microsoft.com/office/drawing/2014/main" id="{F3C8DA7D-52DD-4ABF-BD1F-D7614A6D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829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0" name="swag-title">
            <a:extLst xmlns:a="http://schemas.openxmlformats.org/drawingml/2006/main">
              <a:ext uri="{FF2B5EF4-FFF2-40B4-BE49-F238E27FC236}">
                <a16:creationId xmlns:a16="http://schemas.microsoft.com/office/drawing/2014/main" id="{A4C2C497-0A47-4D5E-AD20-CD64DC94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100 commemorative jersey swags</a:t>
            </a:r>
          </a:p>
        </p:txBody>
      </p:sp>
      <p:sp>
        <p:nvSpPr>
          <p:cNvPr id="61" name="swag-body">
            <a:extLst xmlns:a="http://schemas.openxmlformats.org/drawingml/2006/main">
              <a:ext uri="{FF2B5EF4-FFF2-40B4-BE49-F238E27FC236}">
                <a16:creationId xmlns:a16="http://schemas.microsoft.com/office/drawing/2014/main" id="{E7E4CC42-838E-4196-A88C-815A91F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29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Distributed to attendees to mark the 100-staff milestone.</a:t>
            </a:r>
          </a:p>
        </p:txBody>
      </p:sp>
    </p:spTree>
    <p:extLst>
      <p:ext uri="{BB962C8B-B14F-4D97-AF65-F5344CB8AC3E}">
        <p14:creationId xmlns:p14="http://schemas.microsoft.com/office/powerpoint/2010/main" val="1430205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A73A45-349C-425A-92E3-D2048AC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63CD-ED1E-44D3-8B6F-5F3122E5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0DFAC-C1DC-4486-8A74-3FDBEAE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F532-CB4C-41AD-81B0-6ED235B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93D39-D8AE-4BFD-90CE-6FE58EE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F3C55-452E-47EB-8081-CA8A8652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2A4F8-532F-46BA-B5F6-5A44B52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7EAA7-7714-4D1B-B1C4-19F6F67A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F6EC3-DE1D-4FA4-ACC9-D5EFC864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4F299-0FFA-471F-BED7-FB1E3A11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4636C-967A-4741-8C45-0989C844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1896A-7D6F-4FF8-A6FA-59C5F83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A8B7F-3EC6-47DD-8E20-CDDC2C7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DC86-8BE3-4CD5-BE28-962E006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F2327-E20F-4A2A-87FD-5E4E88DD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DD782-CBE6-47E1-9A52-4CE13CE5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45F34-D13F-4D2B-A6B8-BE26981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87EC0-4AE4-44FA-AACF-940E33A0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A1462-484D-4104-82EC-13CAF31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0DA0C-34FA-4D10-89AD-843C3A85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CE03A-2CE6-41BC-B332-1D7319F0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F5293-577D-4A93-9604-78E6324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E87BF-4215-467F-9445-5B35D90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fetti-6-0">
            <a:extLst xmlns:a="http://schemas.openxmlformats.org/drawingml/2006/main">
              <a:ext uri="{FF2B5EF4-FFF2-40B4-BE49-F238E27FC236}">
                <a16:creationId xmlns:a16="http://schemas.microsoft.com/office/drawing/2014/main" id="{8CA2A8EB-92D1-4EEA-B81A-370B47A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fetti-6-1">
            <a:extLst xmlns:a="http://schemas.openxmlformats.org/drawingml/2006/main">
              <a:ext uri="{FF2B5EF4-FFF2-40B4-BE49-F238E27FC236}">
                <a16:creationId xmlns:a16="http://schemas.microsoft.com/office/drawing/2014/main" id="{FB95D7BE-8AEA-4874-B4E7-A9BCC3FD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fetti-6-2">
            <a:extLst xmlns:a="http://schemas.openxmlformats.org/drawingml/2006/main">
              <a:ext uri="{FF2B5EF4-FFF2-40B4-BE49-F238E27FC236}">
                <a16:creationId xmlns:a16="http://schemas.microsoft.com/office/drawing/2014/main" id="{D2324F3E-1014-474A-B6CE-B970CCD8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nfetti-6-3">
            <a:extLst xmlns:a="http://schemas.openxmlformats.org/drawingml/2006/main">
              <a:ext uri="{FF2B5EF4-FFF2-40B4-BE49-F238E27FC236}">
                <a16:creationId xmlns:a16="http://schemas.microsoft.com/office/drawing/2014/main" id="{FB43DB2B-F252-48D2-9117-C453D623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2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fetti-6-4">
            <a:extLst xmlns:a="http://schemas.openxmlformats.org/drawingml/2006/main">
              <a:ext uri="{FF2B5EF4-FFF2-40B4-BE49-F238E27FC236}">
                <a16:creationId xmlns:a16="http://schemas.microsoft.com/office/drawing/2014/main" id="{53EC2D97-6DCB-40DD-9AA7-51339526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fetti-6-5">
            <a:extLst xmlns:a="http://schemas.openxmlformats.org/drawingml/2006/main">
              <a:ext uri="{FF2B5EF4-FFF2-40B4-BE49-F238E27FC236}">
                <a16:creationId xmlns:a16="http://schemas.microsoft.com/office/drawing/2014/main" id="{1AC49024-A9F4-4BE4-9CCB-CA470BDF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62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nfetti-6-6">
            <a:extLst xmlns:a="http://schemas.openxmlformats.org/drawingml/2006/main">
              <a:ext uri="{FF2B5EF4-FFF2-40B4-BE49-F238E27FC236}">
                <a16:creationId xmlns:a16="http://schemas.microsoft.com/office/drawing/2014/main" id="{47848C36-3E0C-4E1B-BE87-3D98164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fetti-6-7">
            <a:extLst xmlns:a="http://schemas.openxmlformats.org/drawingml/2006/main">
              <a:ext uri="{FF2B5EF4-FFF2-40B4-BE49-F238E27FC236}">
                <a16:creationId xmlns:a16="http://schemas.microsoft.com/office/drawing/2014/main" id="{ABF490C6-CB34-45B4-8E36-9ED146FA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nfetti-6-8">
            <a:extLst xmlns:a="http://schemas.openxmlformats.org/drawingml/2006/main">
              <a:ext uri="{FF2B5EF4-FFF2-40B4-BE49-F238E27FC236}">
                <a16:creationId xmlns:a16="http://schemas.microsoft.com/office/drawing/2014/main" id="{8B66B3FF-3C9B-4F3A-BF23-FA83693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nfetti-bar-6-1">
            <a:extLst xmlns:a="http://schemas.openxmlformats.org/drawingml/2006/main">
              <a:ext uri="{FF2B5EF4-FFF2-40B4-BE49-F238E27FC236}">
                <a16:creationId xmlns:a16="http://schemas.microsoft.com/office/drawing/2014/main" id="{8D1553FC-ECAF-4BB5-A8A4-4D6C0FF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nfetti-bar-6-2">
            <a:extLst xmlns:a="http://schemas.openxmlformats.org/drawingml/2006/main">
              <a:ext uri="{FF2B5EF4-FFF2-40B4-BE49-F238E27FC236}">
                <a16:creationId xmlns:a16="http://schemas.microsoft.com/office/drawing/2014/main" id="{ABFEC422-5522-42BE-964E-7DD300B7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DB5B3FE-1F34-4424-A45C-BA7BFF8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6">
            <a:extLst xmlns:a="http://schemas.openxmlformats.org/drawingml/2006/main">
              <a:ext uri="{FF2B5EF4-FFF2-40B4-BE49-F238E27FC236}">
                <a16:creationId xmlns:a16="http://schemas.microsoft.com/office/drawing/2014/main" id="{A9FE1B38-83EE-46D0-BA57-312E0DE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OpenAI Singapore Happy Hour | 23 Jun 2026 | Marina Bay</a:t>
            </a:r>
          </a:p>
        </p:txBody>
      </p:sp>
      <p:sp>
        <p:nvSpPr>
          <p:cNvPr id="37" name="slide-no-6">
            <a:extLst xmlns:a="http://schemas.openxmlformats.org/drawingml/2006/main">
              <a:ext uri="{FF2B5EF4-FFF2-40B4-BE49-F238E27FC236}">
                <a16:creationId xmlns:a16="http://schemas.microsoft.com/office/drawing/2014/main" id="{8DA9C037-DDDE-4C67-AFEB-322E91A6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8" name="eyebrow-pill-5:15 PM onwards">
            <a:extLst xmlns:a="http://schemas.openxmlformats.org/drawingml/2006/main">
              <a:ext uri="{FF2B5EF4-FFF2-40B4-BE49-F238E27FC236}">
                <a16:creationId xmlns:a16="http://schemas.microsoft.com/office/drawing/2014/main" id="{67A1CC84-4ED4-45DF-8B17-0E28A70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4FED4FB5-DCB8-4876-BC2D-A9DE9D60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5:15 PM ONWARDS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98F6C766-C908-41DE-9FAE-E186551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50505"/>
                </a:solidFill>
                <a:latin typeface="Aptos Display"/>
                <a:ea typeface="Aptos Display"/>
                <a:cs typeface="Aptos Display"/>
              </a:rPr>
              <a:t>Feast, social hour, and photos</a:t>
            </a:r>
          </a:p>
        </p:txBody>
      </p:sp>
      <p:sp>
        <p:nvSpPr>
          <p:cNvPr id="41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BB182007-144D-49B4-9E60-551CD34E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572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FEA6E775-34B0-417E-A491-2B3290C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Food service begins.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Team celebration and networking.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Photo opportunities around the room.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Enjoy the evening and celebrate the growth of the Singapore team.</a:t>
            </a:r>
          </a:p>
        </p:txBody>
      </p:sp>
      <p:sp>
        <p:nvSpPr>
          <p:cNvPr id="43" name="closing-100">
            <a:extLst xmlns:a="http://schemas.openxmlformats.org/drawingml/2006/main">
              <a:ext uri="{FF2B5EF4-FFF2-40B4-BE49-F238E27FC236}">
                <a16:creationId xmlns:a16="http://schemas.microsoft.com/office/drawing/2014/main" id="{D69DA50F-E7AB-4E61-A3ED-4CF32F69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4" name="closing-number">
            <a:extLst xmlns:a="http://schemas.openxmlformats.org/drawingml/2006/main">
              <a:ext uri="{FF2B5EF4-FFF2-40B4-BE49-F238E27FC236}">
                <a16:creationId xmlns:a16="http://schemas.microsoft.com/office/drawing/2014/main" id="{F1CAC8C0-8009-4278-B6C2-B358EF4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4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64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45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7C644077-8EFC-4B91-8712-9123532D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Singapore staff milestone</a:t>
            </a:r>
          </a:p>
        </p:txBody>
      </p:sp>
      <p:sp>
        <p:nvSpPr>
          <p:cNvPr id="46" name="closing-thanks">
            <a:extLst xmlns:a="http://schemas.openxmlformats.org/drawingml/2006/main">
              <a:ext uri="{FF2B5EF4-FFF2-40B4-BE49-F238E27FC236}">
                <a16:creationId xmlns:a16="http://schemas.microsoft.com/office/drawing/2014/main" id="{20CBAD80-B0A9-4DB0-B1C0-779A9D0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50505"/>
                </a:solidFill>
                <a:latin typeface="Aptos"/>
                <a:ea typeface="Aptos"/>
                <a:cs typeface="Aptos"/>
              </a:rPr>
              <a:t>Thank you for helping make the Singapore office feel like a team.</a:t>
            </a:r>
          </a:p>
        </p:txBody>
      </p:sp>
    </p:spTree>
    <p:extLst>
      <p:ext uri="{BB962C8B-B14F-4D97-AF65-F5344CB8AC3E}">
        <p14:creationId xmlns:p14="http://schemas.microsoft.com/office/powerpoint/2010/main" val="295879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2026-06-16T03:04:16.9360000Z</dcterms:created>
  <dcterms:modified xsi:type="dcterms:W3CDTF">2026-06-16T03:04:16.9360000Z</dcterms:modified>
</coreProperties>
</file>